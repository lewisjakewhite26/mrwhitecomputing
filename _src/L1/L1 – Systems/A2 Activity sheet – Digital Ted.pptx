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7560000" cx="10692000"/>
  <p:notesSz cx="7560000" cy="10692000"/>
  <p:embeddedFontLst>
    <p:embeddedFont>
      <p:font typeface="Quicksand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3371EA-42DF-49B4-9A26-4C39ED9BDF9E}">
  <a:tblStyle styleId="{923371EA-42DF-49B4-9A26-4C39ED9BDF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Quicksan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Quicksan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ixabay.com/vectors/teddy-bear-bear-knuffig-cuddly-447415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Last updated: 31-01-22</a:t>
            </a: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https://pixabay.com/vectors/teddy-bear-bear-knuffig-cuddly-447415/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://ncce.io/tcc" TargetMode="External"/><Relationship Id="rId5" Type="http://schemas.openxmlformats.org/officeDocument/2006/relationships/hyperlink" Target="http://ncce.io/ogl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{923371EA-42DF-49B4-9A26-4C39ED9BDF9E}</a:tableStyleId>
              </a:tblPr>
              <a:tblGrid>
                <a:gridCol w="4895850"/>
                <a:gridCol w="5048250"/>
              </a:tblGrid>
              <a:tr h="54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Year 5 – Systems and searching</a:t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Lesson 1 – Systems</a:t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9525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Learner activity sheet</a:t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marR="9525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850900"/>
            <a:ext cx="1714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80225" y="16129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Digital Ted</a:t>
            </a:r>
            <a:endParaRPr sz="11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80225" y="6725675"/>
            <a:ext cx="95688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— the latest version is available at: </a:t>
            </a:r>
            <a:r>
              <a:rPr lang="en-GB" sz="9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ncce.io/tcc</a:t>
            </a: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under the Open Government Licence, version 3. For more information on this licence, see </a:t>
            </a:r>
            <a:r>
              <a:rPr lang="en-GB" sz="9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ncce.io/ogl</a:t>
            </a: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3061600" y="1804848"/>
            <a:ext cx="4568792" cy="468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06408" y="6490047"/>
            <a:ext cx="780035" cy="3997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423430" y="2175295"/>
            <a:ext cx="2720100" cy="51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Inputs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Outputs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630395" y="2175311"/>
            <a:ext cx="2720100" cy="51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Quicksand"/>
                <a:ea typeface="Quicksand"/>
                <a:cs typeface="Quicksand"/>
                <a:sym typeface="Quicksand"/>
              </a:rPr>
              <a:t>Processes</a:t>
            </a:r>
            <a:endParaRPr sz="18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