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7560000" cx="10692000"/>
  <p:notesSz cx="7560000" cy="10692000"/>
  <p:embeddedFontLst>
    <p:embeddedFont>
      <p:font typeface="Quicksand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CEB6EF-694E-4619-BA09-6808E22F636C}">
  <a:tblStyle styleId="{3DCEB6EF-694E-4619-BA09-6808E22F63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Quicksa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Quicksa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Late updated 31-01-22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://ncce.io/tcc" TargetMode="External"/><Relationship Id="rId5" Type="http://schemas.openxmlformats.org/officeDocument/2006/relationships/hyperlink" Target="http://ncce.io/og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{3DCEB6EF-694E-4619-BA09-6808E22F636C}</a:tableStyleId>
              </a:tblPr>
              <a:tblGrid>
                <a:gridCol w="4895850"/>
                <a:gridCol w="504825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Year 5 – Systems and searching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Lesson 1 – Systems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9525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Homework </a:t>
                      </a: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sheet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9525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850900"/>
            <a:ext cx="1714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80225" y="16129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System</a:t>
            </a:r>
            <a:endParaRPr sz="11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80225" y="6725675"/>
            <a:ext cx="95688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— the latest version is available at: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ncce.io/tcc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under the Open Government Licence, version 3. For more information on this licence, see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ncce.io/ogl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423425" y="2228560"/>
            <a:ext cx="4860000" cy="1173600"/>
          </a:xfrm>
          <a:prstGeom prst="rect">
            <a:avLst/>
          </a:prstGeom>
          <a:noFill/>
          <a:ln cap="flat" cmpd="sng" w="19050">
            <a:solidFill>
              <a:srgbClr val="5B5B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Inputs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23425" y="3542335"/>
            <a:ext cx="4860000" cy="1173600"/>
          </a:xfrm>
          <a:prstGeom prst="rect">
            <a:avLst/>
          </a:prstGeom>
          <a:noFill/>
          <a:ln cap="flat" cmpd="sng" w="19050">
            <a:solidFill>
              <a:srgbClr val="5B5B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Processes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468400" y="2228550"/>
            <a:ext cx="4860000" cy="3798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5B5B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225525" y="6147005"/>
            <a:ext cx="102393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Quicksand"/>
                <a:ea typeface="Quicksand"/>
                <a:cs typeface="Quicksand"/>
                <a:sym typeface="Quicksand"/>
              </a:rPr>
              <a:t>Task: </a:t>
            </a: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Find something at home that is a system. 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Draw the system in the box and then write down the inputs, processes, and outputs.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33982" y="4856110"/>
            <a:ext cx="4839900" cy="1173600"/>
          </a:xfrm>
          <a:prstGeom prst="rect">
            <a:avLst/>
          </a:prstGeom>
          <a:noFill/>
          <a:ln cap="flat" cmpd="sng" w="19050">
            <a:solidFill>
              <a:srgbClr val="5B5B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Outputs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